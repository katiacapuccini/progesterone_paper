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0" d="100"/>
          <a:sy n="40" d="100"/>
        </p:scale>
        <p:origin x="23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7463-563E-45AC-BABF-40E6119B3D44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40706-DFE1-4779-B5DD-7368DB37A8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155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7463-563E-45AC-BABF-40E6119B3D44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40706-DFE1-4779-B5DD-7368DB37A8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10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7463-563E-45AC-BABF-40E6119B3D44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40706-DFE1-4779-B5DD-7368DB37A8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685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7463-563E-45AC-BABF-40E6119B3D44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40706-DFE1-4779-B5DD-7368DB37A8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83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7463-563E-45AC-BABF-40E6119B3D44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40706-DFE1-4779-B5DD-7368DB37A8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2110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7463-563E-45AC-BABF-40E6119B3D44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40706-DFE1-4779-B5DD-7368DB37A8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887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7463-563E-45AC-BABF-40E6119B3D44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40706-DFE1-4779-B5DD-7368DB37A8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7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7463-563E-45AC-BABF-40E6119B3D44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40706-DFE1-4779-B5DD-7368DB37A8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31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7463-563E-45AC-BABF-40E6119B3D44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40706-DFE1-4779-B5DD-7368DB37A8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49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7463-563E-45AC-BABF-40E6119B3D44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40706-DFE1-4779-B5DD-7368DB37A8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21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7463-563E-45AC-BABF-40E6119B3D44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40706-DFE1-4779-B5DD-7368DB37A8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63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BA7463-563E-45AC-BABF-40E6119B3D44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40706-DFE1-4779-B5DD-7368DB37A83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978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DAEEC7-698B-FCAE-7154-636BF5E69CB6}"/>
              </a:ext>
            </a:extLst>
          </p:cNvPr>
          <p:cNvGrpSpPr/>
          <p:nvPr/>
        </p:nvGrpSpPr>
        <p:grpSpPr>
          <a:xfrm>
            <a:off x="22422" y="619291"/>
            <a:ext cx="6785118" cy="7112820"/>
            <a:chOff x="11211" y="619291"/>
            <a:chExt cx="6785118" cy="711282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ED00946-4AF9-E54F-7014-BD5EE1C380C8}"/>
                </a:ext>
              </a:extLst>
            </p:cNvPr>
            <p:cNvGrpSpPr/>
            <p:nvPr/>
          </p:nvGrpSpPr>
          <p:grpSpPr>
            <a:xfrm>
              <a:off x="11211" y="619291"/>
              <a:ext cx="6563653" cy="7112820"/>
              <a:chOff x="11211" y="698805"/>
              <a:chExt cx="6563653" cy="7112820"/>
            </a:xfrm>
          </p:grpSpPr>
          <p:pic>
            <p:nvPicPr>
              <p:cNvPr id="9" name="Picture 8" descr="A graph with numbers and points&#10;&#10;AI-generated content may be incorrect.">
                <a:extLst>
                  <a:ext uri="{FF2B5EF4-FFF2-40B4-BE49-F238E27FC236}">
                    <a16:creationId xmlns:a16="http://schemas.microsoft.com/office/drawing/2014/main" id="{8603F27A-CA2C-671F-EE30-41D539F2FE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5997"/>
              <a:stretch>
                <a:fillRect/>
              </a:stretch>
            </p:blipFill>
            <p:spPr>
              <a:xfrm>
                <a:off x="283136" y="3625516"/>
                <a:ext cx="1920314" cy="2286000"/>
              </a:xfrm>
              <a:prstGeom prst="rect">
                <a:avLst/>
              </a:prstGeom>
            </p:spPr>
          </p:pic>
          <p:pic>
            <p:nvPicPr>
              <p:cNvPr id="7" name="Picture 6" descr="A graph with green dots&#10;&#10;AI-generated content may be incorrect.">
                <a:extLst>
                  <a:ext uri="{FF2B5EF4-FFF2-40B4-BE49-F238E27FC236}">
                    <a16:creationId xmlns:a16="http://schemas.microsoft.com/office/drawing/2014/main" id="{7B6C2AEE-4EF8-6045-F1D7-9FEADB64FB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5997"/>
              <a:stretch>
                <a:fillRect/>
              </a:stretch>
            </p:blipFill>
            <p:spPr>
              <a:xfrm>
                <a:off x="2286000" y="3625516"/>
                <a:ext cx="1920314" cy="2286000"/>
              </a:xfrm>
              <a:prstGeom prst="rect">
                <a:avLst/>
              </a:prstGeom>
            </p:spPr>
          </p:pic>
          <p:pic>
            <p:nvPicPr>
              <p:cNvPr id="5" name="Picture 4" descr="A graph with green dots&#10;&#10;AI-generated content may be incorrect.">
                <a:extLst>
                  <a:ext uri="{FF2B5EF4-FFF2-40B4-BE49-F238E27FC236}">
                    <a16:creationId xmlns:a16="http://schemas.microsoft.com/office/drawing/2014/main" id="{BEDAAF64-31EC-552B-1DB8-4759779EB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88864" y="3625516"/>
                <a:ext cx="2286000" cy="2286000"/>
              </a:xfrm>
              <a:prstGeom prst="rect">
                <a:avLst/>
              </a:prstGeom>
            </p:spPr>
          </p:pic>
          <p:pic>
            <p:nvPicPr>
              <p:cNvPr id="11" name="Picture 10" descr="A graph with a green and black line&#10;&#10;AI-generated content may be incorrect.">
                <a:extLst>
                  <a:ext uri="{FF2B5EF4-FFF2-40B4-BE49-F238E27FC236}">
                    <a16:creationId xmlns:a16="http://schemas.microsoft.com/office/drawing/2014/main" id="{D5F15BD9-DB34-E4FA-ED98-073FE081FF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93553" y="6095999"/>
                <a:ext cx="1715625" cy="1715625"/>
              </a:xfrm>
              <a:prstGeom prst="rect">
                <a:avLst/>
              </a:prstGeom>
            </p:spPr>
          </p:pic>
          <p:pic>
            <p:nvPicPr>
              <p:cNvPr id="13" name="Picture 12" descr="A graph with green squares and a green rectangle&#10;&#10;AI-generated content may be incorrect.">
                <a:extLst>
                  <a:ext uri="{FF2B5EF4-FFF2-40B4-BE49-F238E27FC236}">
                    <a16:creationId xmlns:a16="http://schemas.microsoft.com/office/drawing/2014/main" id="{7C8B9694-29B9-D82C-A839-D08F64ECC5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90689" y="6095999"/>
                <a:ext cx="1715625" cy="1715625"/>
              </a:xfrm>
              <a:prstGeom prst="rect">
                <a:avLst/>
              </a:prstGeom>
            </p:spPr>
          </p:pic>
          <p:pic>
            <p:nvPicPr>
              <p:cNvPr id="15" name="Picture 14" descr="A graph with green squares and black lines&#10;&#10;AI-generated content may be incorrect.">
                <a:extLst>
                  <a:ext uri="{FF2B5EF4-FFF2-40B4-BE49-F238E27FC236}">
                    <a16:creationId xmlns:a16="http://schemas.microsoft.com/office/drawing/2014/main" id="{A9EB6973-54C9-4312-494F-B68E77C524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87825" y="6096000"/>
                <a:ext cx="1715625" cy="1715625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BFB394-7CD0-61B4-2A2B-B93BDD154661}"/>
                  </a:ext>
                </a:extLst>
              </p:cNvPr>
              <p:cNvSpPr txBox="1"/>
              <p:nvPr/>
            </p:nvSpPr>
            <p:spPr>
              <a:xfrm>
                <a:off x="11211" y="698805"/>
                <a:ext cx="2719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37683B-119B-2C7E-DC3E-45FB865FE9D4}"/>
                  </a:ext>
                </a:extLst>
              </p:cNvPr>
              <p:cNvSpPr txBox="1"/>
              <p:nvPr/>
            </p:nvSpPr>
            <p:spPr>
              <a:xfrm>
                <a:off x="11211" y="3440850"/>
                <a:ext cx="2719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</a:t>
                </a:r>
              </a:p>
            </p:txBody>
          </p:sp>
        </p:grpSp>
        <p:pic>
          <p:nvPicPr>
            <p:cNvPr id="4" name="Picture 3" descr="A graph with red and blue dots&#10;&#10;AI-generated content may be incorrect.">
              <a:extLst>
                <a:ext uri="{FF2B5EF4-FFF2-40B4-BE49-F238E27FC236}">
                  <a16:creationId xmlns:a16="http://schemas.microsoft.com/office/drawing/2014/main" id="{3A942E0A-A3CE-748F-48ED-B8CF1DE93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063"/>
            <a:stretch>
              <a:fillRect/>
            </a:stretch>
          </p:blipFill>
          <p:spPr>
            <a:xfrm>
              <a:off x="11211" y="890852"/>
              <a:ext cx="6785118" cy="228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902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F935CE8-4277-42BD-046A-1BAFE129A01F}"/>
              </a:ext>
            </a:extLst>
          </p:cNvPr>
          <p:cNvGrpSpPr/>
          <p:nvPr/>
        </p:nvGrpSpPr>
        <p:grpSpPr>
          <a:xfrm>
            <a:off x="0" y="444315"/>
            <a:ext cx="6858000" cy="5320610"/>
            <a:chOff x="0" y="444315"/>
            <a:chExt cx="6858000" cy="5320610"/>
          </a:xfrm>
        </p:grpSpPr>
        <p:pic>
          <p:nvPicPr>
            <p:cNvPr id="3" name="Picture 2" descr="A graph with a green and orange rectangle&#10;&#10;AI-generated content may be incorrect.">
              <a:extLst>
                <a:ext uri="{FF2B5EF4-FFF2-40B4-BE49-F238E27FC236}">
                  <a16:creationId xmlns:a16="http://schemas.microsoft.com/office/drawing/2014/main" id="{9EC31F73-0ACA-25E1-0C31-1FDEEC244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3478925"/>
              <a:ext cx="6858000" cy="2286000"/>
            </a:xfrm>
            <a:prstGeom prst="rect">
              <a:avLst/>
            </a:prstGeom>
          </p:spPr>
        </p:pic>
        <p:pic>
          <p:nvPicPr>
            <p:cNvPr id="5" name="Picture 4" descr="A screen shot of a graph&#10;&#10;AI-generated content may be incorrect.">
              <a:extLst>
                <a:ext uri="{FF2B5EF4-FFF2-40B4-BE49-F238E27FC236}">
                  <a16:creationId xmlns:a16="http://schemas.microsoft.com/office/drawing/2014/main" id="{83AE88F1-BF86-DA0E-A2B9-B4DB08F9F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733097"/>
              <a:ext cx="6858000" cy="2286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5D5E312-E46F-F2D7-0FB0-95D72248E1B9}"/>
                </a:ext>
              </a:extLst>
            </p:cNvPr>
            <p:cNvSpPr txBox="1"/>
            <p:nvPr/>
          </p:nvSpPr>
          <p:spPr>
            <a:xfrm>
              <a:off x="0" y="444315"/>
              <a:ext cx="2719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A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1F7C61-760C-C9BF-13E3-279F91B115E1}"/>
                </a:ext>
              </a:extLst>
            </p:cNvPr>
            <p:cNvSpPr txBox="1"/>
            <p:nvPr/>
          </p:nvSpPr>
          <p:spPr>
            <a:xfrm>
              <a:off x="0" y="3227329"/>
              <a:ext cx="2719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9257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D064549-F2C3-3F56-168F-41E37FA07D5A}"/>
              </a:ext>
            </a:extLst>
          </p:cNvPr>
          <p:cNvGrpSpPr/>
          <p:nvPr/>
        </p:nvGrpSpPr>
        <p:grpSpPr>
          <a:xfrm>
            <a:off x="484413" y="1158978"/>
            <a:ext cx="5683153" cy="6752300"/>
            <a:chOff x="484413" y="1158978"/>
            <a:chExt cx="5683153" cy="67523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24B59A8-9DDA-FD80-9203-369C42AD9C35}"/>
                </a:ext>
              </a:extLst>
            </p:cNvPr>
            <p:cNvGrpSpPr/>
            <p:nvPr/>
          </p:nvGrpSpPr>
          <p:grpSpPr>
            <a:xfrm>
              <a:off x="484413" y="1158978"/>
              <a:ext cx="5457395" cy="6752300"/>
              <a:chOff x="416432" y="1207104"/>
              <a:chExt cx="5457395" cy="6752300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52E748-AFAF-185C-5A5C-D742ED7A9C47}"/>
                  </a:ext>
                </a:extLst>
              </p:cNvPr>
              <p:cNvSpPr txBox="1"/>
              <p:nvPr/>
            </p:nvSpPr>
            <p:spPr>
              <a:xfrm>
                <a:off x="416432" y="1207104"/>
                <a:ext cx="2719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E612DF-E564-D0E5-24F8-E5E424AC165E}"/>
                  </a:ext>
                </a:extLst>
              </p:cNvPr>
              <p:cNvSpPr txBox="1"/>
              <p:nvPr/>
            </p:nvSpPr>
            <p:spPr>
              <a:xfrm>
                <a:off x="416432" y="5450191"/>
                <a:ext cx="2719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</a:t>
                </a:r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4AA9A15-4B0E-E6FE-1779-7F31AEEB99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71033" y="5819523"/>
                <a:ext cx="5102794" cy="2139881"/>
              </a:xfrm>
              <a:prstGeom prst="rect">
                <a:avLst/>
              </a:prstGeom>
            </p:spPr>
          </p:pic>
        </p:grpSp>
        <p:pic>
          <p:nvPicPr>
            <p:cNvPr id="3" name="Picture 2" descr="A diagram of a graph&#10;&#10;AI-generated content may be incorrect.">
              <a:extLst>
                <a:ext uri="{FF2B5EF4-FFF2-40B4-BE49-F238E27FC236}">
                  <a16:creationId xmlns:a16="http://schemas.microsoft.com/office/drawing/2014/main" id="{D16617AE-FAB5-E74F-E7F7-CB907DA6D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6338" y="1343643"/>
              <a:ext cx="5411228" cy="40584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4529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</TotalTime>
  <Words>6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Wellcome Sanger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Katia Capuccini</dc:creator>
  <cp:lastModifiedBy>Katia Capuccini</cp:lastModifiedBy>
  <cp:revision>3</cp:revision>
  <dcterms:created xsi:type="dcterms:W3CDTF">2025-12-12T19:43:39Z</dcterms:created>
  <dcterms:modified xsi:type="dcterms:W3CDTF">2026-01-22T13:49:22Z</dcterms:modified>
</cp:coreProperties>
</file>